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2" r:id="rId4"/>
    <p:sldId id="263" r:id="rId5"/>
    <p:sldId id="264" r:id="rId6"/>
    <p:sldId id="257" r:id="rId7"/>
    <p:sldId id="261" r:id="rId8"/>
    <p:sldId id="259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66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7A8DFD-F72A-4FDF-B880-2E8BD9E482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18BCBE-41CC-49EE-8A0B-95B6545867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181ECA2-5A8B-4EA7-BFCE-F8AB93991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09AD0-14EF-4981-A98A-7D17E4BF0D58}" type="datetimeFigureOut">
              <a:rPr lang="pt-BR" smtClean="0"/>
              <a:t>27/05/2026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F90311A-BBFC-48C4-BC7E-A88B2DC5C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D2614DC-17E2-4F44-9E02-03A6E30BC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FB181-4CF0-477B-B21C-D0B4297EDC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620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560296-5C7C-46E4-9FE7-905F65A78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04FAF13-8E81-4C07-B12E-BB54A79735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4C1B654-BB38-463C-BC8F-3F7D2771C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09AD0-14EF-4981-A98A-7D17E4BF0D58}" type="datetimeFigureOut">
              <a:rPr lang="pt-BR" smtClean="0"/>
              <a:t>27/05/2026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38A3964-2A8E-4058-8D90-5D10DFFB6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7B9BA59-28A5-446F-B42C-6C747519D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FB181-4CF0-477B-B21C-D0B4297EDC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6484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3BA49C-6686-457D-8258-862DF4C83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C8612A4-069E-4D38-A398-B882CDBDC7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87167AB-FE48-465B-AAD1-2F99ACF70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09AD0-14EF-4981-A98A-7D17E4BF0D58}" type="datetimeFigureOut">
              <a:rPr lang="pt-BR" smtClean="0"/>
              <a:t>27/05/2026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729A9EE-08CC-43F7-8C01-55A62F614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5C449DA-BEB1-4738-8F4B-6B879A894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FB181-4CF0-477B-B21C-D0B4297EDC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1201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817F0C-D0A8-41F6-80BB-C81D6D81E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40E279-9EE2-48D6-9373-B2F7C6522F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AC35A52-1563-403A-8B6B-9023B91D54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75BCA58-1C10-4D5B-98D1-D141D69C6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09AD0-14EF-4981-A98A-7D17E4BF0D58}" type="datetimeFigureOut">
              <a:rPr lang="pt-BR" smtClean="0"/>
              <a:t>27/05/2026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1B0EE4D-C293-41CF-9274-9EA22FA9C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F0CC939-B9EA-4986-B319-AE5DB7AD3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FB181-4CF0-477B-B21C-D0B4297EDC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0344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06865B-4F28-44E1-9721-617429DC1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45035D8-3288-4FAC-A059-B11CE38460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AF9DBD1-2DDD-4BE1-BEA8-248784CCF3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040C6B9-1BEA-4FFD-BBCD-8E61253309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138E38D-BE78-4E71-9A75-239D7F4F49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DCA6821-679B-40A6-826C-79F4AA82B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09AD0-14EF-4981-A98A-7D17E4BF0D58}" type="datetimeFigureOut">
              <a:rPr lang="pt-BR" smtClean="0"/>
              <a:t>27/05/2026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BE3A353-29A6-4093-BCF6-C66258E32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C77D294-EC92-4E1E-B64C-7E2802D97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FB181-4CF0-477B-B21C-D0B4297EDC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4159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37359F-77BA-4EB4-A4AC-CCFD697C6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ADF0978-6905-4AA5-9297-3E09B1D3F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09AD0-14EF-4981-A98A-7D17E4BF0D58}" type="datetimeFigureOut">
              <a:rPr lang="pt-BR" smtClean="0"/>
              <a:t>27/05/2026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EA2F125-D953-4FC5-9047-8FFFA7E36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9815FCC-DA4F-4FE7-A0F6-ED146BC9A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FB181-4CF0-477B-B21C-D0B4297EDC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0002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70B32B8-B16A-4F58-98E2-19C3B2527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09AD0-14EF-4981-A98A-7D17E4BF0D58}" type="datetimeFigureOut">
              <a:rPr lang="pt-BR" smtClean="0"/>
              <a:t>27/05/2026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AF5AB68-DDA0-4281-8845-D3A4F0C8C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61CC3A7-D59E-4132-81E0-B30FE87AA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FB181-4CF0-477B-B21C-D0B4297EDC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4361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762EF7-18E9-43C5-BB67-C4F08BD08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C9640C8-27AA-4F58-BB8D-514D01D7A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35C6AD0-D760-4DAD-A97B-DC1A027F41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5258CF2-767A-456B-B1B9-269F34366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09AD0-14EF-4981-A98A-7D17E4BF0D58}" type="datetimeFigureOut">
              <a:rPr lang="pt-BR" smtClean="0"/>
              <a:t>27/05/2026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944F7A-A4DF-46C6-B57E-B1F0A7E17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2D137F0-B778-429F-9382-7C6F22442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FB181-4CF0-477B-B21C-D0B4297EDC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1483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853884-4D63-48AB-939C-75C40D3C3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FC46859-B0AE-44C8-B6E8-7A354EEF61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20C2F81-F027-4168-A263-9B8A7AD678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CCE1AEF-27AA-4B88-9012-1B73708E6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09AD0-14EF-4981-A98A-7D17E4BF0D58}" type="datetimeFigureOut">
              <a:rPr lang="pt-BR" smtClean="0"/>
              <a:t>27/05/2026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1109E97-22F9-4A50-B7A9-17F640FD4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5AD7EA-37A7-4A05-9DE6-ACBCED60E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FB181-4CF0-477B-B21C-D0B4297EDC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8169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158DE7-01E7-49BA-86A5-508FB9EE4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46719DB-FDB3-463F-9D93-B156BCD598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7A72606-BF88-49D2-B3DF-F83E8110C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09AD0-14EF-4981-A98A-7D17E4BF0D58}" type="datetimeFigureOut">
              <a:rPr lang="pt-BR" smtClean="0"/>
              <a:t>27/05/2026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C9B2F8A-C6B5-422C-BDED-F767FBC71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1051A63-0BC2-4B9D-AC0C-8F51AB811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FB181-4CF0-477B-B21C-D0B4297EDC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5540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4298640-0E87-4F4D-8CFD-6B9640CDEC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B5CD091-7921-4A77-B4E6-80FDEAFFC4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374F2A-EEF3-4B68-B0B3-7D19D9D72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09AD0-14EF-4981-A98A-7D17E4BF0D58}" type="datetimeFigureOut">
              <a:rPr lang="pt-BR" smtClean="0"/>
              <a:t>27/05/2026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BEBCB5D-EEA1-4BEB-A97B-D89F44D76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48364C7-2B88-4702-8EF0-3DA71579E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FB181-4CF0-477B-B21C-D0B4297EDC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2655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7EB497C-9A3A-4FDD-BC2E-0D00873C7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1A3A74B-6E59-43B2-9CB2-CE51FF6295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45ED571-8E92-4FAF-B4B9-92ECFE0EB7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709AD0-14EF-4981-A98A-7D17E4BF0D58}" type="datetimeFigureOut">
              <a:rPr lang="pt-BR" smtClean="0"/>
              <a:t>27/05/2026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88DC79C-1EEE-49FC-8F81-96F2EC8F74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9E09E7-A24C-44C1-8057-DDE6983864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5FB181-4CF0-477B-B21C-D0B4297EDC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0852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3FF679-F5DE-4796-9FCB-90E8808CAD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NORDESTE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9BE6E23-463C-4A52-8CF5-2280E219B0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V="1">
            <a:off x="1524000" y="7486650"/>
            <a:ext cx="9144000" cy="514350"/>
          </a:xfrm>
        </p:spPr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593443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m 16">
            <a:extLst>
              <a:ext uri="{FF2B5EF4-FFF2-40B4-BE49-F238E27FC236}">
                <a16:creationId xmlns:a16="http://schemas.microsoft.com/office/drawing/2014/main" id="{8168E32E-473B-49CF-9C39-2635D022F9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2574" y="1015663"/>
            <a:ext cx="5986852" cy="5729101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7176411B-F255-4FD2-A451-3630EF9C0F95}"/>
              </a:ext>
            </a:extLst>
          </p:cNvPr>
          <p:cNvSpPr/>
          <p:nvPr/>
        </p:nvSpPr>
        <p:spPr>
          <a:xfrm>
            <a:off x="2710586" y="297712"/>
            <a:ext cx="6770828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6000" dirty="0"/>
              <a:t>MAPA DO NORDESTE</a:t>
            </a:r>
          </a:p>
        </p:txBody>
      </p:sp>
    </p:spTree>
    <p:extLst>
      <p:ext uri="{BB962C8B-B14F-4D97-AF65-F5344CB8AC3E}">
        <p14:creationId xmlns:p14="http://schemas.microsoft.com/office/powerpoint/2010/main" val="31583668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67AA9211-9CCA-4EB7-A386-3E60EC9C6DB6}"/>
              </a:ext>
            </a:extLst>
          </p:cNvPr>
          <p:cNvSpPr txBox="1"/>
          <p:nvPr/>
        </p:nvSpPr>
        <p:spPr>
          <a:xfrm>
            <a:off x="3370569" y="401241"/>
            <a:ext cx="5450862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800" b="1" dirty="0">
                <a:latin typeface="Arial" panose="020B0604020202020204" pitchFamily="34" charset="0"/>
                <a:cs typeface="Arial" panose="020B0604020202020204" pitchFamily="34" charset="0"/>
              </a:rPr>
              <a:t>ESTADOS DA REGIÃO </a:t>
            </a:r>
          </a:p>
          <a:p>
            <a:r>
              <a:rPr lang="pt-BR" sz="3800" b="1" dirty="0">
                <a:latin typeface="Arial" panose="020B0604020202020204" pitchFamily="34" charset="0"/>
                <a:cs typeface="Arial" panose="020B0604020202020204" pitchFamily="34" charset="0"/>
              </a:rPr>
              <a:t>	NORDESTE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77F99AF-57AD-4168-9058-5F3F62A6D0AB}"/>
              </a:ext>
            </a:extLst>
          </p:cNvPr>
          <p:cNvSpPr txBox="1"/>
          <p:nvPr/>
        </p:nvSpPr>
        <p:spPr>
          <a:xfrm>
            <a:off x="8110886" y="2594415"/>
            <a:ext cx="39014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Ceara(CE) – Fortaleza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E40B487-22EA-4698-892A-6D6517FC0D65}"/>
              </a:ext>
            </a:extLst>
          </p:cNvPr>
          <p:cNvSpPr txBox="1"/>
          <p:nvPr/>
        </p:nvSpPr>
        <p:spPr>
          <a:xfrm>
            <a:off x="333674" y="2594415"/>
            <a:ext cx="37474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Alagoas(AL) - Maceió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F925941-D832-4297-B6AF-F6423D3D4CEC}"/>
              </a:ext>
            </a:extLst>
          </p:cNvPr>
          <p:cNvSpPr txBox="1"/>
          <p:nvPr/>
        </p:nvSpPr>
        <p:spPr>
          <a:xfrm>
            <a:off x="4276822" y="2594415"/>
            <a:ext cx="36383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Bahia(BA) – Salvador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A09F98F-963B-4D35-A35C-6B42BC2997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675" y="3413130"/>
            <a:ext cx="3747436" cy="249951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B2FCFBDE-64C9-4324-A22B-CB953288EE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5432" y="3429000"/>
            <a:ext cx="3481134" cy="249951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A1DB202-E78C-4127-BC55-D24105ECC3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0889" y="3429000"/>
            <a:ext cx="3747436" cy="2499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9017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67AA9211-9CCA-4EB7-A386-3E60EC9C6DB6}"/>
              </a:ext>
            </a:extLst>
          </p:cNvPr>
          <p:cNvSpPr txBox="1"/>
          <p:nvPr/>
        </p:nvSpPr>
        <p:spPr>
          <a:xfrm>
            <a:off x="3370569" y="401241"/>
            <a:ext cx="5450862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800" b="1" dirty="0">
                <a:latin typeface="Arial" panose="020B0604020202020204" pitchFamily="34" charset="0"/>
                <a:cs typeface="Arial" panose="020B0604020202020204" pitchFamily="34" charset="0"/>
              </a:rPr>
              <a:t>ESTADOS DA REGIÃO </a:t>
            </a:r>
          </a:p>
          <a:p>
            <a:r>
              <a:rPr lang="pt-BR" sz="3800" b="1" dirty="0">
                <a:latin typeface="Arial" panose="020B0604020202020204" pitchFamily="34" charset="0"/>
                <a:cs typeface="Arial" panose="020B0604020202020204" pitchFamily="34" charset="0"/>
              </a:rPr>
              <a:t>	NORDESTE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77F99AF-57AD-4168-9058-5F3F62A6D0AB}"/>
              </a:ext>
            </a:extLst>
          </p:cNvPr>
          <p:cNvSpPr txBox="1"/>
          <p:nvPr/>
        </p:nvSpPr>
        <p:spPr>
          <a:xfrm>
            <a:off x="8110886" y="2594415"/>
            <a:ext cx="390144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Pernambuco(PE) – Recife</a:t>
            </a:r>
          </a:p>
          <a:p>
            <a:endParaRPr lang="pt-BR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E40B487-22EA-4698-892A-6D6517FC0D65}"/>
              </a:ext>
            </a:extLst>
          </p:cNvPr>
          <p:cNvSpPr txBox="1"/>
          <p:nvPr/>
        </p:nvSpPr>
        <p:spPr>
          <a:xfrm>
            <a:off x="59352" y="2594415"/>
            <a:ext cx="41276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Maranhão(MA) – São Luís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F925941-D832-4297-B6AF-F6423D3D4CEC}"/>
              </a:ext>
            </a:extLst>
          </p:cNvPr>
          <p:cNvSpPr txBox="1"/>
          <p:nvPr/>
        </p:nvSpPr>
        <p:spPr>
          <a:xfrm>
            <a:off x="4276822" y="2594415"/>
            <a:ext cx="363835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Paraíba(PB) – João Pessoa</a:t>
            </a:r>
          </a:p>
          <a:p>
            <a:endParaRPr lang="pt-BR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D3607FF-8472-4E98-8027-929C9B377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675" y="3423632"/>
            <a:ext cx="3747391" cy="249951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7BFD47FB-81A0-4B7C-9553-B4763B86C2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5389" y="3416412"/>
            <a:ext cx="3601495" cy="2522923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73C1EF3D-A4B5-4015-8CC4-C46DA5DB6E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2596" y="3423632"/>
            <a:ext cx="3789486" cy="2499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7636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67AA9211-9CCA-4EB7-A386-3E60EC9C6DB6}"/>
              </a:ext>
            </a:extLst>
          </p:cNvPr>
          <p:cNvSpPr txBox="1"/>
          <p:nvPr/>
        </p:nvSpPr>
        <p:spPr>
          <a:xfrm>
            <a:off x="3370569" y="401241"/>
            <a:ext cx="5450862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800" b="1" dirty="0">
                <a:latin typeface="Arial" panose="020B0604020202020204" pitchFamily="34" charset="0"/>
                <a:cs typeface="Arial" panose="020B0604020202020204" pitchFamily="34" charset="0"/>
              </a:rPr>
              <a:t>ESTADOS DA REGIÃO </a:t>
            </a:r>
          </a:p>
          <a:p>
            <a:r>
              <a:rPr lang="pt-BR" sz="3800" b="1" dirty="0">
                <a:latin typeface="Arial" panose="020B0604020202020204" pitchFamily="34" charset="0"/>
                <a:cs typeface="Arial" panose="020B0604020202020204" pitchFamily="34" charset="0"/>
              </a:rPr>
              <a:t>	NORDESTE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77F99AF-57AD-4168-9058-5F3F62A6D0AB}"/>
              </a:ext>
            </a:extLst>
          </p:cNvPr>
          <p:cNvSpPr txBox="1"/>
          <p:nvPr/>
        </p:nvSpPr>
        <p:spPr>
          <a:xfrm>
            <a:off x="8110886" y="2594415"/>
            <a:ext cx="39014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Sergipe(SE) - Aracaju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E40B487-22EA-4698-892A-6D6517FC0D65}"/>
              </a:ext>
            </a:extLst>
          </p:cNvPr>
          <p:cNvSpPr txBox="1"/>
          <p:nvPr/>
        </p:nvSpPr>
        <p:spPr>
          <a:xfrm>
            <a:off x="333674" y="2594415"/>
            <a:ext cx="34009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Piauí(PI) – Teresina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F925941-D832-4297-B6AF-F6423D3D4CEC}"/>
              </a:ext>
            </a:extLst>
          </p:cNvPr>
          <p:cNvSpPr txBox="1"/>
          <p:nvPr/>
        </p:nvSpPr>
        <p:spPr>
          <a:xfrm>
            <a:off x="4167738" y="2594415"/>
            <a:ext cx="366882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Rio grande do norte(RN) – Natal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B665C69-FA86-4F09-AA66-3146DA3FA3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673" y="3428999"/>
            <a:ext cx="3747433" cy="2499509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DDF32990-74C7-4B44-A52A-5B60FEAC3E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5429" y="3428998"/>
            <a:ext cx="3490362" cy="2499509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1363C6C8-E088-4B34-B37B-FF1AD8813A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3482" y="3428998"/>
            <a:ext cx="3574585" cy="2502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7858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67AA9211-9CCA-4EB7-A386-3E60EC9C6DB6}"/>
              </a:ext>
            </a:extLst>
          </p:cNvPr>
          <p:cNvSpPr txBox="1"/>
          <p:nvPr/>
        </p:nvSpPr>
        <p:spPr>
          <a:xfrm>
            <a:off x="3370569" y="401241"/>
            <a:ext cx="5450862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800" b="1" dirty="0">
                <a:latin typeface="Arial" panose="020B0604020202020204" pitchFamily="34" charset="0"/>
                <a:cs typeface="Arial" panose="020B0604020202020204" pitchFamily="34" charset="0"/>
              </a:rPr>
              <a:t>ESTADOS DA REGIÃO </a:t>
            </a:r>
          </a:p>
          <a:p>
            <a:r>
              <a:rPr lang="pt-BR" sz="3800" b="1" dirty="0">
                <a:latin typeface="Arial" panose="020B0604020202020204" pitchFamily="34" charset="0"/>
                <a:cs typeface="Arial" panose="020B0604020202020204" pitchFamily="34" charset="0"/>
              </a:rPr>
              <a:t>	NORDESTE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77570F8F-6C2B-47A6-84D8-23E74D51F55D}"/>
              </a:ext>
            </a:extLst>
          </p:cNvPr>
          <p:cNvSpPr txBox="1"/>
          <p:nvPr/>
        </p:nvSpPr>
        <p:spPr>
          <a:xfrm>
            <a:off x="530624" y="2041927"/>
            <a:ext cx="567989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Alagoas(AL) – Maceió	</a:t>
            </a:r>
          </a:p>
          <a:p>
            <a:pPr marL="457200" indent="-457200">
              <a:buFontTx/>
              <a:buChar char="-"/>
            </a:pPr>
            <a:endParaRPr lang="pt-BR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Tx/>
              <a:buChar char="-"/>
            </a:pP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Bahia(BA) – Salvador</a:t>
            </a:r>
          </a:p>
          <a:p>
            <a:pPr marL="457200" indent="-457200">
              <a:buFontTx/>
              <a:buChar char="-"/>
            </a:pPr>
            <a:endParaRPr lang="pt-BR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Tx/>
              <a:buChar char="-"/>
            </a:pP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Ceara(CE) – Fortaleza</a:t>
            </a:r>
          </a:p>
          <a:p>
            <a:pPr marL="457200" indent="-457200">
              <a:buFontTx/>
              <a:buChar char="-"/>
            </a:pPr>
            <a:endParaRPr lang="pt-BR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Tx/>
              <a:buChar char="-"/>
            </a:pP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Maranhão(MA) – São Luís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9F2E6F40-2BD0-4260-B6AD-72A7604CC235}"/>
              </a:ext>
            </a:extLst>
          </p:cNvPr>
          <p:cNvSpPr txBox="1"/>
          <p:nvPr/>
        </p:nvSpPr>
        <p:spPr>
          <a:xfrm>
            <a:off x="5981486" y="2041927"/>
            <a:ext cx="621051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Paraíba(PB) – João Pessoa</a:t>
            </a:r>
          </a:p>
          <a:p>
            <a:endParaRPr lang="pt-BR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Tx/>
              <a:buChar char="-"/>
            </a:pP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Pernambuco(PE) – Recife</a:t>
            </a:r>
          </a:p>
          <a:p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457200" indent="-457200">
              <a:buFontTx/>
              <a:buChar char="-"/>
            </a:pP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Piauí(PI) – Teresina</a:t>
            </a:r>
          </a:p>
          <a:p>
            <a:endParaRPr lang="pt-BR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Tx/>
              <a:buChar char="-"/>
            </a:pP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Rio grande do norte(RN) – Natal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F3325914-6E22-4DDD-9980-B9C4490FB59A}"/>
              </a:ext>
            </a:extLst>
          </p:cNvPr>
          <p:cNvSpPr txBox="1"/>
          <p:nvPr/>
        </p:nvSpPr>
        <p:spPr>
          <a:xfrm>
            <a:off x="3797992" y="5820030"/>
            <a:ext cx="43669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Sergipe(SE) - Aracaju</a:t>
            </a:r>
          </a:p>
        </p:txBody>
      </p:sp>
    </p:spTree>
    <p:extLst>
      <p:ext uri="{BB962C8B-B14F-4D97-AF65-F5344CB8AC3E}">
        <p14:creationId xmlns:p14="http://schemas.microsoft.com/office/powerpoint/2010/main" val="5793518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67AA9211-9CCA-4EB7-A386-3E60EC9C6DB6}"/>
              </a:ext>
            </a:extLst>
          </p:cNvPr>
          <p:cNvSpPr txBox="1"/>
          <p:nvPr/>
        </p:nvSpPr>
        <p:spPr>
          <a:xfrm>
            <a:off x="3370569" y="401241"/>
            <a:ext cx="5450862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800" b="1" dirty="0">
                <a:latin typeface="Arial" panose="020B0604020202020204" pitchFamily="34" charset="0"/>
                <a:cs typeface="Arial" panose="020B0604020202020204" pitchFamily="34" charset="0"/>
              </a:rPr>
              <a:t>ESTADOS DA REGIÃO </a:t>
            </a:r>
          </a:p>
          <a:p>
            <a:r>
              <a:rPr lang="pt-BR" sz="3800" b="1" dirty="0">
                <a:latin typeface="Arial" panose="020B0604020202020204" pitchFamily="34" charset="0"/>
                <a:cs typeface="Arial" panose="020B0604020202020204" pitchFamily="34" charset="0"/>
              </a:rPr>
              <a:t>	NORDESTE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77570F8F-6C2B-47A6-84D8-23E74D51F55D}"/>
              </a:ext>
            </a:extLst>
          </p:cNvPr>
          <p:cNvSpPr txBox="1"/>
          <p:nvPr/>
        </p:nvSpPr>
        <p:spPr>
          <a:xfrm>
            <a:off x="530624" y="2041927"/>
            <a:ext cx="567989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Alagoas(AL) – Maceió	</a:t>
            </a:r>
          </a:p>
          <a:p>
            <a:pPr marL="457200" indent="-457200">
              <a:buFontTx/>
              <a:buChar char="-"/>
            </a:pPr>
            <a:endParaRPr lang="pt-BR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Tx/>
              <a:buChar char="-"/>
            </a:pP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Bahia(BA) – Salvador</a:t>
            </a:r>
          </a:p>
          <a:p>
            <a:pPr marL="457200" indent="-457200">
              <a:buFontTx/>
              <a:buChar char="-"/>
            </a:pPr>
            <a:endParaRPr lang="pt-BR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Tx/>
              <a:buChar char="-"/>
            </a:pP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Ceara(CE) – Fortaleza</a:t>
            </a:r>
          </a:p>
          <a:p>
            <a:pPr marL="457200" indent="-457200">
              <a:buFontTx/>
              <a:buChar char="-"/>
            </a:pPr>
            <a:endParaRPr lang="pt-BR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Tx/>
              <a:buChar char="-"/>
            </a:pP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Maranhão(MA) – São Luís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9F2E6F40-2BD0-4260-B6AD-72A7604CC235}"/>
              </a:ext>
            </a:extLst>
          </p:cNvPr>
          <p:cNvSpPr txBox="1"/>
          <p:nvPr/>
        </p:nvSpPr>
        <p:spPr>
          <a:xfrm>
            <a:off x="5981486" y="2041927"/>
            <a:ext cx="621051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Paraíba(PB) – João Pessoa</a:t>
            </a:r>
          </a:p>
          <a:p>
            <a:endParaRPr lang="pt-BR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Tx/>
              <a:buChar char="-"/>
            </a:pP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Pernambuco(PE) – Recife</a:t>
            </a:r>
          </a:p>
          <a:p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457200" indent="-457200">
              <a:buFontTx/>
              <a:buChar char="-"/>
            </a:pP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Piauí(PI) – Teresina</a:t>
            </a:r>
          </a:p>
          <a:p>
            <a:endParaRPr lang="pt-BR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Tx/>
              <a:buChar char="-"/>
            </a:pP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Rio grande do norte(RN) – Natal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F3325914-6E22-4DDD-9980-B9C4490FB59A}"/>
              </a:ext>
            </a:extLst>
          </p:cNvPr>
          <p:cNvSpPr txBox="1"/>
          <p:nvPr/>
        </p:nvSpPr>
        <p:spPr>
          <a:xfrm>
            <a:off x="3797992" y="5820030"/>
            <a:ext cx="43669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Sergipe(SE) - Aracaju</a:t>
            </a:r>
          </a:p>
        </p:txBody>
      </p:sp>
    </p:spTree>
    <p:extLst>
      <p:ext uri="{BB962C8B-B14F-4D97-AF65-F5344CB8AC3E}">
        <p14:creationId xmlns:p14="http://schemas.microsoft.com/office/powerpoint/2010/main" val="30637263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67AA9211-9CCA-4EB7-A386-3E60EC9C6DB6}"/>
              </a:ext>
            </a:extLst>
          </p:cNvPr>
          <p:cNvSpPr txBox="1"/>
          <p:nvPr/>
        </p:nvSpPr>
        <p:spPr>
          <a:xfrm>
            <a:off x="3400314" y="2613392"/>
            <a:ext cx="539137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0" b="1" dirty="0">
                <a:latin typeface="Arial" panose="020B0604020202020204" pitchFamily="34" charset="0"/>
                <a:cs typeface="Arial" panose="020B0604020202020204" pitchFamily="34" charset="0"/>
              </a:rPr>
              <a:t>MACEIÓ</a:t>
            </a:r>
          </a:p>
        </p:txBody>
      </p:sp>
    </p:spTree>
    <p:extLst>
      <p:ext uri="{BB962C8B-B14F-4D97-AF65-F5344CB8AC3E}">
        <p14:creationId xmlns:p14="http://schemas.microsoft.com/office/powerpoint/2010/main" val="38453302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211</Words>
  <Application>Microsoft Office PowerPoint</Application>
  <PresentationFormat>Widescreen</PresentationFormat>
  <Paragraphs>52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Tema do Office</vt:lpstr>
      <vt:lpstr>NORDESTE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NORDESTE</dc:title>
  <dc:creator>Aluno</dc:creator>
  <cp:lastModifiedBy>Aluno</cp:lastModifiedBy>
  <cp:revision>10</cp:revision>
  <dcterms:created xsi:type="dcterms:W3CDTF">2026-05-27T19:01:41Z</dcterms:created>
  <dcterms:modified xsi:type="dcterms:W3CDTF">2026-05-27T21:02:35Z</dcterms:modified>
</cp:coreProperties>
</file>