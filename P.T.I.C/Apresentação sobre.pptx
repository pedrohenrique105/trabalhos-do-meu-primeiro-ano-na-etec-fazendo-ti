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F31A0-1617-407A-BA5F-8F2529723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73B251-6147-40A2-B887-41BE1FA58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4D3E4D-56B7-492C-A038-711FBBA40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AEA18C-605A-4734-A23F-BA7BC508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4A72E0-4BFC-4332-93B3-A29F6EAA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338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4CD6E-F253-443A-8EC4-0AE4FD56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1BA18B-02AA-43D6-91BC-ED2544964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F3CCC2-06C2-4E50-8D4A-FB6F115B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9DF47C-FAC6-41B1-9736-3DB549DC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9DC795-573C-4F8E-9249-EE3DA624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09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31BBA-1049-4A35-80BB-D051362FC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64B0EA-7B77-42D8-A949-3842DC4EE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42505D-1E37-45DF-AC1F-81E776ADD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A5A003-A3AD-4F54-922B-699DC81B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35B82-04ED-4DEF-B6B1-F07330B8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59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E7463-AB40-4C21-BBEF-3C2C6ABE9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9653AB-A1EA-437E-BF1B-5CFF1AF25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E06247-84CB-42CA-8B44-A8295D21F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C3000E-950A-4CE2-9CD6-72C7C38B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47C014-5500-4421-A4EF-638451CE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B7EE6A-134D-4068-AD8C-68C0D6DD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47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4AB33-0ED4-455C-8529-48AB40B7B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CA0E12-07DC-467C-85A0-D4C9FB0EB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9DC83D-828C-43A8-B789-4C8980802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C6709A-F5C3-433C-A4DC-69C8B4756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8CCE4B-F3D3-40D8-BBC4-1FBDCECE8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A35AEF6-17F9-4C23-929C-0702A6A8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D361258-18D6-463B-88B4-73A4E1EF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015BB1-062C-4BE7-86C9-A0F153F3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078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433B8-4D74-4DB9-A35C-70407719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8C3B6BE-4FE5-4101-9364-4DBA644A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351ACE-25D1-4FFD-BFE8-24992EF1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D423011-E63D-4FDC-B45C-43C892E2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158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62905E9-66CD-403C-812A-2BDDF0AE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AB7DA89-73F3-48B5-A670-9F24A156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1C043F-B722-434A-8051-9E9807FA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96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417EE-1711-4796-8A78-DF896E2BE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C2DE9-E6E6-49AF-88AA-76CFBCF27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A3025D-D1F0-4DA2-B8F8-0A62F7750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54BFC1-A6C9-48BD-B617-66746981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3C25BC-7CFF-4FBF-8693-300A52307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134642-D1CA-450D-88E9-8FCF27FF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2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02A24-14A3-4992-8420-C2F08B83D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C16302C-C211-4EBA-84D9-87639782F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23ABA-46C3-4BFE-B9BE-1C8ACC6FC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87C211-AAD2-4289-BFD0-A81E8EE5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2FE965-A157-42F0-B3EB-8C9898F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C0B405-F4E4-4FD9-93AF-23F30472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8732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FC46B-75B5-4969-8FF1-4A457C84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2690D5-CBC3-481B-BE08-FDAAC11C7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B9DF4-5F47-4108-B89C-5117BD1D9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DCB024-9CE2-4EF8-9F8F-0DCC32A3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1A96AB-43A9-487C-9223-EE51837C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914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8F2F9D-8D4D-43C2-A053-92918128B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359480-E99E-44C8-8707-8794691D4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76C3E4-64F8-4038-822F-CE3DE085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9D3C25-AA6C-447F-8975-454B5424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07E89D-7789-4428-AEF7-01CC5DE56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129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9E8B9E-63CA-4C07-8BC4-BAF2FE319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087FE7-7617-4A32-9ABE-83F735F43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EC9799-571A-4FCA-BD09-F81AF1FD5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3736E-04B8-405B-A467-7FD1E3C30C78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5E1643-070C-433D-B472-3AC08EEFE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13308D-AC9F-4D28-8837-2554EFF4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285BA-11B2-4EFE-A550-08F7E98C64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58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26">
            <a:extLst>
              <a:ext uri="{FF2B5EF4-FFF2-40B4-BE49-F238E27FC236}">
                <a16:creationId xmlns:a16="http://schemas.microsoft.com/office/drawing/2014/main" id="{6FE238AA-D4E0-4726-895F-1BCA0FF44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Apresentação sobre </a:t>
            </a:r>
            <a:b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 atividade da aula de P.T.I.C</a:t>
            </a:r>
          </a:p>
        </p:txBody>
      </p:sp>
      <p:sp>
        <p:nvSpPr>
          <p:cNvPr id="28" name="Subtítulo 27">
            <a:extLst>
              <a:ext uri="{FF2B5EF4-FFF2-40B4-BE49-F238E27FC236}">
                <a16:creationId xmlns:a16="http://schemas.microsoft.com/office/drawing/2014/main" id="{43476480-C79E-4187-A898-3EC050CB05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Fabricio Bryan</a:t>
            </a:r>
          </a:p>
          <a:p>
            <a:r>
              <a:rPr lang="pt-BR" dirty="0"/>
              <a:t>Pedro Henrique</a:t>
            </a:r>
          </a:p>
        </p:txBody>
      </p:sp>
    </p:spTree>
    <p:extLst>
      <p:ext uri="{BB962C8B-B14F-4D97-AF65-F5344CB8AC3E}">
        <p14:creationId xmlns:p14="http://schemas.microsoft.com/office/powerpoint/2010/main" val="1712332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06E3C-6BBE-42FF-AFE0-618573EF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                  tópicos que abordaremos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8BF0D7-1EB4-4553-8F34-EE36504EF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81175"/>
            <a:ext cx="10563226" cy="4395788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1-sobre a nossa origem                                      4-hobbys                                   </a:t>
            </a:r>
          </a:p>
          <a:p>
            <a:r>
              <a:rPr lang="pt-BR" dirty="0"/>
              <a:t>2-oque fazemos                                                   5-minha família e amigos  </a:t>
            </a:r>
          </a:p>
          <a:p>
            <a:r>
              <a:rPr lang="pt-BR" dirty="0"/>
              <a:t>3-onde moramos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382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AB274-F841-4EEB-AECF-39F28FE8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ORIGEM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B2EE8C-6F37-4B01-AA99-C248054E8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18000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sobre  a atividade da aula de P.T.I.C</vt:lpstr>
      <vt:lpstr>                   tópicos que abordaremos</vt:lpstr>
      <vt:lpstr>ORIGEM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sobre  a atividade da aula de P.T.I.C</dc:title>
  <dc:creator>Aluno</dc:creator>
  <cp:lastModifiedBy>Aluno</cp:lastModifiedBy>
  <cp:revision>3</cp:revision>
  <dcterms:created xsi:type="dcterms:W3CDTF">2026-05-20T20:43:14Z</dcterms:created>
  <dcterms:modified xsi:type="dcterms:W3CDTF">2026-05-20T21:00:34Z</dcterms:modified>
</cp:coreProperties>
</file>